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0F0F0"/>
                </a:solidFill>
                <a:latin typeface="Segoe UI"/>
              </a:rPr>
              <a:t>Bracket Gambit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B000"/>
                </a:solidFill>
                <a:latin typeface="Segoe UI"/>
              </a:rPr>
              <a:t>BracketBot plays chess against you — camera, Stockfish, and its own 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A"/>
                </a:solidFill>
                <a:latin typeface="Segoe UI"/>
              </a:rPr>
              <a:t>A physically embodied chess opponent built on the Bracket Bot SDK (bbos).</a:t>
            </a:r>
          </a:p>
          <a:p>
            <a:pPr algn="l"/>
            <a:r>
              <a:rPr sz="1800" b="0">
                <a:solidFill>
                  <a:srgbClr val="A0A0AA"/>
                </a:solidFill>
                <a:latin typeface="Segoe UI"/>
              </a:rPr>
              <a:t>Perception → legal-move inference → Stockfish →</a:t>
            </a:r>
          </a:p>
          <a:p>
            <a:pPr algn="l"/>
            <a:r>
              <a:rPr sz="1800" b="0">
                <a:solidFill>
                  <a:srgbClr val="A0A0AA"/>
                </a:solidFill>
                <a:latin typeface="Segoe UI"/>
              </a:rPr>
              <a:t>pick-and-place → verification, every turn.</a:t>
            </a:r>
          </a:p>
        </p:txBody>
      </p:sp>
      <p:pic>
        <p:nvPicPr>
          <p:cNvPr id="6" name="Picture 5" descr="10_game_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114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What the judges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One turn of the game, as the robot experiences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1  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Head camera reads the board.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Setup verified: 16 white / 16 black.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2  Human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402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"My turn is complete" — Enter,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web button, or the wake 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3  Infer the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402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Occupancy change matched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against every legal 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3566160" cy="457200"/>
          </a:xfrm>
          <a:prstGeom prst="roundRect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4 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Illegal / ambiguous? The robot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says which squares are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37560"/>
            <a:ext cx="3566160" cy="457200"/>
          </a:xfrm>
          <a:prstGeom prst="roundRect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5  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840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Stockfish 19 over UCI,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adjustable skill, 1 s per move.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337560"/>
            <a:ext cx="3566160" cy="457200"/>
          </a:xfrm>
          <a:prstGeom prst="roundRect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6  Announce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"I play Nf3: knight from g1 to f3."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"Why?" → grounded explanation.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7  Move the piece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Pick by the shaft, carry, place;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captures go to a tray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9377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8 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440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Re-read the board; the internal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position advances only on a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937760"/>
            <a:ext cx="35661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216"/>
                </a:solidFill>
                <a:latin typeface="Segoe UI"/>
              </a:rPr>
              <a:t>9 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440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Check, mate and the end of the demo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Segoe UI"/>
              </a:rPr>
              <a:t>announced; arm parks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Bracket Bot capabilities → what Bracket Gambit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From the handout / SDK demos (demos/view_*.py, daemon.py, constants.py)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B000"/>
                          </a:solidFill>
                          <a:latin typeface="Segoe UI"/>
                        </a:rPr>
                        <a:t>Bracket Bot capability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B000"/>
                          </a:solidFill>
                          <a:latin typeface="Segoe UI"/>
                        </a:rPr>
                        <a:t>SDK channel / API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B000"/>
                          </a:solidFill>
                          <a:latin typeface="Segoe UI"/>
                        </a:rPr>
                        <a:t>In Bracket Gambit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Head camera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camera.head.jpeg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board reading: ArUco corners → homography → 64 squares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Right / left 7-DOF arm + gripper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arm_*.state/.ctrl/.torque, cfg.ik (hybrid_ik)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right arm: IK straight-line pick &amp; place, grasp check from the gripper angle; left arm idle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Speaker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speaker.audio (PCM)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announces moves, check/mate, help requests (espeak-ng); chimes fallback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Microphone + wake word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mic.audio, wakeword.state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wake word = "my turn is complete" (no speech-to-text in the SDK → other commands via keys/web)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LED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led.ctrl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phase colours: waiting / looking / thinking / moving / needs help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Depth camera (point cloud)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camera.points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B000"/>
                          </a:solidFill>
                          <a:latin typeface="Segoe UI"/>
                        </a:rPr>
                        <a:t>◐ used in the earlier pick-by-voice demo; chess uses the 2-D homography instead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Navigation / base drive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0A0AA"/>
                          </a:solidFill>
                          <a:latin typeface="Segoe UI"/>
                        </a:rPr>
                        <a:t>— (not in the demos we had)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0A0AA"/>
                          </a:solidFill>
                          <a:latin typeface="Segoe UI"/>
                        </a:rPr>
                        <a:t>✖ robot parked by hand; the sim's roll-up is simulation-only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IMU, Quest teleop, USB tree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imu.*, quest.*, usb.tree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0A0AA"/>
                          </a:solidFill>
                          <a:latin typeface="Segoe UI"/>
                        </a:rPr>
                        <a:t>✖ not needed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MuJoCo simulation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0F0"/>
                          </a:solidFill>
                          <a:latin typeface="Segoe UI"/>
                        </a:rPr>
                        <a:t>chopped_urdf_v2 (CAD-accurate URDF)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8E678"/>
                          </a:solidFill>
                          <a:latin typeface="Segoe UI"/>
                        </a:rPr>
                        <a:t>✔ every manipulation and vision path validated there first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Perception: from a camera frame to 64 squares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No piece recognition needed — occupancy + colour is enough to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Corner markers</a:t>
            </a:r>
            <a:r>
              <a:rPr sz="1500">
                <a:solidFill>
                  <a:srgbClr val="F0F0F0"/>
                </a:solidFill>
                <a:latin typeface="Segoe UI"/>
              </a:rPr>
              <a:t> four ArUco tags (ids 0–3) fix the board's homography every turn — any camera angle, no calibration of intrinsics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Rectify</a:t>
            </a:r>
            <a:r>
              <a:rPr sz="1500">
                <a:solidFill>
                  <a:srgbClr val="F0F0F0"/>
                </a:solidFill>
                <a:latin typeface="Segoe UI"/>
              </a:rPr>
              <a:t> the board is warped to a 400×400 top-down view; each square is sampled in a band at its centre (where the piece base sits)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Reference diff</a:t>
            </a:r>
            <a:r>
              <a:rPr sz="1500">
                <a:solidFill>
                  <a:srgbClr val="F0F0F0"/>
                </a:solidFill>
                <a:latin typeface="Segoe UI"/>
              </a:rPr>
              <a:t> an empty-board photo taken at calibration; a square is occupied if it differs — works for any board or piece colours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Colour learned, not hard-coded</a:t>
            </a:r>
            <a:r>
              <a:rPr sz="1500">
                <a:solidFill>
                  <a:srgbClr val="F0F0F0"/>
                </a:solidFill>
                <a:latin typeface="Segoe UI"/>
              </a:rPr>
              <a:t> the black/white split is learned from the 32 pieces of the starting position (Otsu)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Robustness found by testing</a:t>
            </a:r>
            <a:r>
              <a:rPr sz="1500">
                <a:solidFill>
                  <a:srgbClr val="F0F0F0"/>
                </a:solidFill>
                <a:latin typeface="Segoe UI"/>
              </a:rPr>
              <a:t> a tall far-rank piece smears into the square behind it; the sample band was chosen by sweeping rendered positions (0 errors vs 4–11)</a:t>
            </a:r>
          </a:p>
        </p:txBody>
      </p:sp>
      <p:pic>
        <p:nvPicPr>
          <p:cNvPr id="7" name="Picture 6" descr="09_ob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212080" cy="2931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71487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A"/>
                </a:solidFill>
                <a:latin typeface="Segoe UI"/>
              </a:rPr>
              <a:t>Right: head camera with the detected grid; bottom: internal position, dots = what the camera saw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Understanding the human's 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Legal-move matching instead of tracking hands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Diff against legal moves</a:t>
            </a:r>
            <a:r>
              <a:rPr sz="1500">
                <a:solidFill>
                  <a:srgbClr val="F0F0F0"/>
                </a:solidFill>
                <a:latin typeface="Segoe UI"/>
              </a:rPr>
              <a:t> for every legal move, predict the occupancy and count mismatching squares; accept only a unique zero-mismatch match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Captures, castling, en passant</a:t>
            </a:r>
            <a:r>
              <a:rPr sz="1500">
                <a:solidFill>
                  <a:srgbClr val="F0F0F0"/>
                </a:solidFill>
                <a:latin typeface="Segoe UI"/>
              </a:rPr>
              <a:t> fall out naturally — the occupancy pattern identifies them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Rejection with reasons</a:t>
            </a:r>
            <a:r>
              <a:rPr sz="1500">
                <a:solidFill>
                  <a:srgbClr val="F0F0F0"/>
                </a:solidFill>
                <a:latin typeface="Segoe UI"/>
              </a:rPr>
              <a:t> "c6 should be empty but I see a black piece" — the robot waits for a corrected board instead of guessing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No change / hand in view</a:t>
            </a:r>
            <a:r>
              <a:rPr sz="1500">
                <a:solidFill>
                  <a:srgbClr val="F0F0F0"/>
                </a:solidFill>
                <a:latin typeface="Segoe UI"/>
              </a:rPr>
              <a:t> detected and reported; the camera view is re-read on the next signal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"What did you see?"</a:t>
            </a:r>
            <a:r>
              <a:rPr sz="1500">
                <a:solidFill>
                  <a:srgbClr val="F0F0F0"/>
                </a:solidFill>
                <a:latin typeface="Segoe UI"/>
              </a:rPr>
              <a:t> the robot repeats the counts and its last inference on request</a:t>
            </a:r>
          </a:p>
        </p:txBody>
      </p:sp>
      <p:pic>
        <p:nvPicPr>
          <p:cNvPr id="7" name="Picture 6" descr="rejected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212080" cy="2931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71487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A"/>
                </a:solidFill>
                <a:latin typeface="Segoe UI"/>
              </a:rPr>
              <a:t>A pawn moved to an impossible square: the closest legal move and the offending squares (red) are reported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The brain: Stockfish, kept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Strength you can dial; explanations grounded in the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Stockfish 19 over UCI</a:t>
            </a:r>
            <a:r>
              <a:rPr sz="1500">
                <a:solidFill>
                  <a:srgbClr val="F0F0F0"/>
                </a:solidFill>
                <a:latin typeface="Segoe UI"/>
              </a:rPr>
              <a:t> python-chess, Skill Level 0–20, time per move configurable; the same engine the strongest programs use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Physical constraints fed back</a:t>
            </a:r>
            <a:r>
              <a:rPr sz="1500">
                <a:solidFill>
                  <a:srgbClr val="F0F0F0"/>
                </a:solidFill>
                <a:latin typeface="Segoe UI"/>
              </a:rPr>
              <a:t> promotions are not executable by the gripper → the best non-promoting move is chosen instead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"Why did you play that?"</a:t>
            </a:r>
            <a:r>
              <a:rPr sz="1500">
                <a:solidFill>
                  <a:srgbClr val="F0F0F0"/>
                </a:solidFill>
                <a:latin typeface="Segoe UI"/>
              </a:rPr>
              <a:t> one or two sentences built from facts of the move (capture, check, development, centre, threats) plus Stockfish's evaluation and principal variation — never invented intent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Labelled fallback</a:t>
            </a:r>
            <a:r>
              <a:rPr sz="1500">
                <a:solidFill>
                  <a:srgbClr val="F0F0F0"/>
                </a:solidFill>
                <a:latin typeface="Segoe UI"/>
              </a:rPr>
              <a:t> if the binary is missing a small built-in searcher plays, and every status line says "fallback (NOT Stockfish)"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3931920" cy="2011680"/>
          </a:xfrm>
          <a:prstGeom prst="roundRect">
            <a:avLst/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0F0F0"/>
                </a:solidFill>
                <a:latin typeface="Segoe UI"/>
              </a:rPr>
              <a:t>"I played this because it takes a pawn. Stockfish rates the position +1.6 pawns for me, expecting 3. cxd6 e5 4. Nc3."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297680"/>
            <a:ext cx="3931920" cy="822960"/>
          </a:xfrm>
          <a:prstGeom prst="roundRect">
            <a:avLst/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5AC8FF"/>
                </a:solidFill>
                <a:latin typeface="Segoe UI"/>
              </a:rPr>
              <a:t>"I play Nf3: knight from g1 to f3."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Manipulation: deliberate, verified, recoverable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Validated in MuJoCo with the robot's CAD-accurate URDF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Pick by the shaft</a:t>
            </a:r>
            <a:r>
              <a:rPr sz="1500">
                <a:solidFill>
                  <a:srgbClr val="F0F0F0"/>
                </a:solidFill>
                <a:latin typeface="Segoe UI"/>
              </a:rPr>
              <a:t> approach from above, pads oriented diagonally so the claws clear the neighbours; lift and carry at conservative speeds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Captures first</a:t>
            </a:r>
            <a:r>
              <a:rPr sz="1500">
                <a:solidFill>
                  <a:srgbClr val="F0F0F0"/>
                </a:solidFill>
                <a:latin typeface="Segoe UI"/>
              </a:rPr>
              <a:t> the captured piece goes to a tray beside the board before the attacker moves; castling moves king then rook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Grasp verification</a:t>
            </a:r>
            <a:r>
              <a:rPr sz="1500">
                <a:solidFill>
                  <a:srgbClr val="F0F0F0"/>
                </a:solidFill>
                <a:latin typeface="Segoe UI"/>
              </a:rPr>
              <a:t> sim — lift height + contact; real arm — gripper angle after closing ("did I actually get it?")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Retry, then ask</a:t>
            </a:r>
            <a:r>
              <a:rPr sz="1500">
                <a:solidFill>
                  <a:srgbClr val="F0F0F0"/>
                </a:solidFill>
                <a:latin typeface="Segoe UI"/>
              </a:rPr>
              <a:t> a miss is retried at the position the camera saw the piece; a second miss parks the arm and asks the human to finish the step, then re-verifies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B000"/>
                </a:solidFill>
                <a:latin typeface="Segoe UI"/>
              </a:rPr>
              <a:t>▸ Never trust, always look</a:t>
            </a:r>
            <a:r>
              <a:rPr sz="1500">
                <a:solidFill>
                  <a:srgbClr val="F0F0F0"/>
                </a:solidFill>
                <a:latin typeface="Segoe UI"/>
              </a:rPr>
              <a:t> the chess position is updated only after the camera confirms the physical board</a:t>
            </a:r>
          </a:p>
        </p:txBody>
      </p:sp>
      <p:pic>
        <p:nvPicPr>
          <p:cNvPr id="7" name="Picture 6" descr="10_game_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212080" cy="2931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71487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A"/>
                </a:solidFill>
                <a:latin typeface="Segoe UI"/>
              </a:rPr>
              <a:t>End of the recorded game: two black pieces carried to the tray (left of the board); every placement within 1 mm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Safety and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Fail safely around people, the board and the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IDLE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OBSERVING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WAITING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199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THINKING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ANNOUNCING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178308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737360" cy="4572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VERIFYING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423160"/>
            <a:ext cx="1737360" cy="457200"/>
          </a:xfrm>
          <a:prstGeom prst="roundRect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RECOVERING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423160"/>
            <a:ext cx="1737360" cy="457200"/>
          </a:xfrm>
          <a:prstGeom prst="roundRect">
            <a:avLst/>
          </a:prstGeom>
          <a:solidFill>
            <a:srgbClr val="EB5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NEEDS HELP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2423160"/>
            <a:ext cx="1737360" cy="457200"/>
          </a:xfrm>
          <a:prstGeom prst="roundRect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PAUSED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423160"/>
            <a:ext cx="1737360" cy="457200"/>
          </a:xfrm>
          <a:prstGeom prst="roundRect">
            <a:avLst/>
          </a:prstGeom>
          <a:solidFill>
            <a:srgbClr val="EB5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216"/>
                </a:solidFill>
                <a:latin typeface="Segoe UI"/>
              </a:rPr>
              <a:t>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B000"/>
                </a:solidFill>
                <a:latin typeface="Segoe UI"/>
              </a:rPr>
              <a:t>▸ Emergency stop</a:t>
            </a:r>
            <a:r>
              <a:rPr sz="1400">
                <a:solidFill>
                  <a:srgbClr val="F0F0F0"/>
                </a:solidFill>
                <a:latin typeface="Segoe UI"/>
              </a:rPr>
              <a:t> 'e' in the terminal, the red web button, or Ctrl-C sets a flag polled every 20 ms control tick; torque is cut on all joints; the daemon also cuts torque if the controller disappears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B000"/>
                </a:solidFill>
                <a:latin typeface="Segoe UI"/>
              </a:rPr>
              <a:t>▸ Before any motion</a:t>
            </a:r>
            <a:r>
              <a:rPr sz="1400">
                <a:solidFill>
                  <a:srgbClr val="F0F0F0"/>
                </a:solidFill>
                <a:latin typeface="Segoe UI"/>
              </a:rPr>
              <a:t> the whole straight line is solved by IK and checked against a workspace box — an unreachable target never leaves the arm half-way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B000"/>
                </a:solidFill>
                <a:latin typeface="Segoe UI"/>
              </a:rPr>
              <a:t>▸ Three control surfaces</a:t>
            </a:r>
            <a:r>
              <a:rPr sz="1400">
                <a:solidFill>
                  <a:srgbClr val="F0F0F0"/>
                </a:solidFill>
                <a:latin typeface="Segoe UI"/>
              </a:rPr>
              <a:t> terminal keys · phone-friendly web page (port 8010, doubles as spectator display) · wake word — voice is never a dependency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B000"/>
                </a:solidFill>
                <a:latin typeface="Segoe UI"/>
              </a:rPr>
              <a:t>▸ Status everywhere</a:t>
            </a:r>
            <a:r>
              <a:rPr sz="1400">
                <a:solidFill>
                  <a:srgbClr val="F0F0F0"/>
                </a:solidFill>
                <a:latin typeface="Segoe UI"/>
              </a:rPr>
              <a:t> LED colour per phase, spoken status, live display with board map, camera overlay, engine line and event log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B000"/>
                </a:solidFill>
                <a:latin typeface="Segoe UI"/>
              </a:rPr>
              <a:t>▸ Dry run first</a:t>
            </a:r>
            <a:r>
              <a:rPr sz="1400">
                <a:solidFill>
                  <a:srgbClr val="F0F0F0"/>
                </a:solidFill>
                <a:latin typeface="Segoe UI"/>
              </a:rPr>
              <a:t> on the robot, `play --robot` prints every waypoint and moves nothing until `--execute`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Results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What has actually been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B000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B000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Simulated game (this deck's video), Stockfish 19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1. e4 d5 2. f3 e5 3. Qe2 Nc6 4. exd5 Nf6 5. dxc6 — two captures to the tray, every human move inferred with 0 mismatches, placements ≤ 1 mm, 0 illegal contacts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Earlier 6-move simulated game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two captures to the tray, 0 collisions, 0 helper resets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Vision fixtures (real sim renders, 7 positions)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64/64 squares correct in every position, every move inferred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Unit + integration tests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30 tests: vision, engine, manipulation planning/retries, full loop with a mock robot (illegal move, no change, failed grasp → help, pause/e-stop)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Web UI / e-stop path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exercised end-to-end against the mock game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Real robot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backend written against the daemon sources; NOT yet run on hardware (see next slide)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What is real, simulated, and still to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We would rather tell you than have you find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B000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B000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2828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Vision, move inference, Stockfish, state machine, retries, UI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78E678"/>
                          </a:solidFill>
                          <a:latin typeface="Segoe UI"/>
                        </a:rPr>
                        <a:t>✔ implemented and tested (synthetic + sim renders + mock robot)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Arm pick-and-place, captures, verification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78E678"/>
                          </a:solidFill>
                          <a:latin typeface="Segoe UI"/>
                        </a:rPr>
                        <a:t>✔ verified in MuJoCo with the robot's URDF; real-arm backend uses the same sequence through the daemon's IK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Base rolling up to the table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B000"/>
                          </a:solidFill>
                          <a:latin typeface="Segoe UI"/>
                        </a:rPr>
                        <a:t>◐ simulation only — no base-drive channel in the SDK we had; robot is parked by hand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Speech, wake word, LED, e-stop on hardware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B000"/>
                          </a:solidFill>
                          <a:latin typeface="Segoe UI"/>
                        </a:rPr>
                        <a:t>◐ implemented on the documented channels; hardware-unverified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Promotion, arbitrary start positions, gestures with the arms, left arm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A0A0AA"/>
                          </a:solidFill>
                          <a:latin typeface="Segoe UI"/>
                        </a:rPr>
                        <a:t>✖ omitted on purpose to protect the core loop</a:t>
                      </a:r>
                    </a:p>
                  </a:txBody>
                  <a:tcPr>
                    <a:solidFill>
                      <a:srgbClr val="1A1A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Feasibility on the physical Bracket Bot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0F0F0"/>
                          </a:solidFill>
                          <a:latin typeface="Segoe UI"/>
                        </a:rPr>
                        <a:t>reach ≈ 24 cm deep → 3 cm squares; ~3.9 Nm shoulder vs 30 g pieces fine; main risk: the self-balancing base leaning as the arm extends → prop it for the demo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0"/>
                </a:solidFill>
                <a:latin typeface="Segoe U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Segoe UI"/>
              </a:rPr>
              <a:t>In priority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B000"/>
                </a:solidFill>
                <a:latin typeface="Segoe UI"/>
              </a:rPr>
              <a:t>▸ 1  Bring-up on the robot</a:t>
            </a:r>
            <a:r>
              <a:rPr sz="1600">
                <a:solidFill>
                  <a:srgbClr val="F0F0F0"/>
                </a:solidFill>
                <a:latin typeface="Segoe UI"/>
              </a:rPr>
              <a:t> check → calibrate (reference image, teach a1/h1/a8, gripper angles) → dry run → execute; 7-item hardware checklist in STATUS.md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B000"/>
                </a:solidFill>
                <a:latin typeface="Segoe UI"/>
              </a:rPr>
              <a:t>▸ 2  Grip current as a second grasp signal</a:t>
            </a:r>
            <a:r>
              <a:rPr sz="1600">
                <a:solidFill>
                  <a:srgbClr val="F0F0F0"/>
                </a:solidFill>
                <a:latin typeface="Segoe UI"/>
              </a:rPr>
              <a:t> detect a slipping piece during the carry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B000"/>
                </a:solidFill>
                <a:latin typeface="Segoe UI"/>
              </a:rPr>
              <a:t>▸ 3  Camera-refined pick position on every move</a:t>
            </a:r>
            <a:r>
              <a:rPr sz="1600">
                <a:solidFill>
                  <a:srgbClr val="F0F0F0"/>
                </a:solidFill>
                <a:latin typeface="Segoe UI"/>
              </a:rPr>
              <a:t> today only on the retry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B000"/>
                </a:solidFill>
                <a:latin typeface="Segoe UI"/>
              </a:rPr>
              <a:t>▸ 4  Left arm for the a/b files</a:t>
            </a:r>
            <a:r>
              <a:rPr sz="1600">
                <a:solidFill>
                  <a:srgbClr val="F0F0F0"/>
                </a:solidFill>
                <a:latin typeface="Segoe UI"/>
              </a:rPr>
              <a:t> if the parked pose cannot reach them; the interface already routes each transfer through pick/place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B000"/>
                </a:solidFill>
                <a:latin typeface="Segoe UI"/>
              </a:rPr>
              <a:t>▸ 5  Expressive gestures</a:t>
            </a:r>
            <a:r>
              <a:rPr sz="1600">
                <a:solidFill>
                  <a:srgbClr val="F0F0F0"/>
                </a:solidFill>
                <a:latin typeface="Segoe UI"/>
              </a:rPr>
              <a:t> look at the player, a thinking sway — behind a flag, verified separately from manipulation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0F0F0"/>
                </a:solidFill>
                <a:latin typeface="Segoe UI"/>
              </a:rPr>
              <a:t>▸ 6  Castling and en passant on the physical board, promotion via a piece swap, resume after an e-stop, coaching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AA"/>
                </a:solidFill>
                <a:latin typeface="Segoe UI"/>
              </a:rPr>
              <a:t>Bracket Gambit  ·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0F0F0"/>
                </a:solidFill>
                <a:latin typeface="Segoe UI"/>
              </a:rPr>
              <a:t>Bracket Gambit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B000"/>
                </a:solidFill>
                <a:latin typeface="Segoe UI"/>
              </a:rPr>
              <a:t>Play a game against the robot.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A"/>
                </a:solidFill>
                <a:latin typeface="Consolas"/>
              </a:rPr>
              <a:t>uv run python gambit.py play --sim --moves 4        # laptop, MuJoCo</a:t>
            </a:r>
          </a:p>
          <a:p>
            <a:pPr algn="l"/>
            <a:r>
              <a:rPr sz="1600" b="0">
                <a:solidFill>
                  <a:srgbClr val="A0A0AA"/>
                </a:solidFill>
                <a:latin typeface="Consolas"/>
              </a:rPr>
              <a:t>uv run gambit.py play --robot --execute --moves 6   # on the robot, after calibrate</a:t>
            </a:r>
          </a:p>
          <a:p>
            <a:pPr algn="l"/>
            <a:r>
              <a:rPr sz="1600" b="0">
                <a:solidFill>
                  <a:srgbClr val="A0A0AA"/>
                </a:solidFill>
                <a:latin typeface="Consolas"/>
              </a:rPr>
              <a:t/>
            </a:r>
          </a:p>
          <a:p>
            <a:pPr algn="l"/>
            <a:r>
              <a:rPr sz="1600" b="0">
                <a:solidFill>
                  <a:srgbClr val="A0A0AA"/>
                </a:solidFill>
                <a:latin typeface="Consolas"/>
              </a:rPr>
              <a:t>Code: gambit.py + bracket_gambit/   ·   Docs: README, DEMO_SCRIPT, STATUS   ·   Tests: uv run pytest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A"/>
                </a:solidFill>
                <a:latin typeface="Segoe UI"/>
              </a:rPr>
              <a:t>Built on the Bracket Bot SDK (bbos), MuJoCo, OpenCV, python-chess and Stockfish 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